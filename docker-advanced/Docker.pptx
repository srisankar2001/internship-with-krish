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a1ab686e7b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a1ab686e7b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a1984255c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a1984255c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Hypervisor - A </a:t>
            </a:r>
            <a:r>
              <a:rPr lang="en"/>
              <a:t>software</a:t>
            </a:r>
            <a:r>
              <a:rPr lang="en"/>
              <a:t> that create and manages the VMs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VMs have their own </a:t>
            </a:r>
            <a:r>
              <a:rPr lang="en"/>
              <a:t>separate</a:t>
            </a:r>
            <a:r>
              <a:rPr lang="en"/>
              <a:t> kernel and OS.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a1984255cb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a1984255cb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a1984255cb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a1984255cb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a1ab686e7b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a1ab686e7b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a1984255cb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a1984255cb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a1984255cb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a1984255cb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a1ab686e7b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a1ab686e7b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a1ab686e7b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a1ab686e7b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a1ab686e7b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a1ab686e7b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a1ab686e7b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a1ab686e7b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a1ab686e7b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a1ab686e7b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a1ab686e7b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a1ab686e7b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a1ab686e7b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a1ab686e7b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a1ab686e7b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a1ab686e7b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a1ab686e7b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a1ab686e7b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a1ab686e7b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a1ab686e7b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a1ab686e7b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a1ab686e7b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a1ab686e7b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a1ab686e7b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a1c788ef33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3a1c788ef33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0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9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Docker Works?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Is Docker a VM?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a VM?</a:t>
            </a:r>
            <a:endParaRPr/>
          </a:p>
        </p:txBody>
      </p:sp>
      <p:sp>
        <p:nvSpPr>
          <p:cNvPr id="66" name="Google Shape;66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We can think VM as a computer running on top of another computer.</a:t>
            </a:r>
            <a:endParaRPr/>
          </a:p>
        </p:txBody>
      </p:sp>
      <p:pic>
        <p:nvPicPr>
          <p:cNvPr id="67" name="Google Shape;67;p15" title="v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26475" y="1758250"/>
            <a:ext cx="5121249" cy="3088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Docker?</a:t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Docker is a platform that bundle your code, </a:t>
            </a:r>
            <a:r>
              <a:rPr lang="en"/>
              <a:t>libraries and  dependencies in a container which can run on any environment.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No more ‘ It works on  my machine’.</a:t>
            </a:r>
            <a:endParaRPr/>
          </a:p>
        </p:txBody>
      </p:sp>
      <p:pic>
        <p:nvPicPr>
          <p:cNvPr id="74" name="Google Shape;74;p16" title="1_-_YUMsRUpCTLsVTe84f8Pg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71822" y="2474925"/>
            <a:ext cx="4661829" cy="2232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Docker Structure</a:t>
            </a:r>
            <a:endParaRPr/>
          </a:p>
        </p:txBody>
      </p:sp>
      <p:pic>
        <p:nvPicPr>
          <p:cNvPr id="80" name="Google Shape;80;p17" title="doc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3038" y="1319025"/>
            <a:ext cx="7885527" cy="33344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Container Life Cycle</a:t>
            </a:r>
            <a:endParaRPr/>
          </a:p>
        </p:txBody>
      </p:sp>
      <p:pic>
        <p:nvPicPr>
          <p:cNvPr id="86" name="Google Shape;86;p18" title="lifecycl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19000" y="1310025"/>
            <a:ext cx="5667375" cy="3162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Is Docker  a VM 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First of all unlike VMs </a:t>
            </a:r>
            <a:r>
              <a:rPr lang="en"/>
              <a:t>docker don’t have separate OS and a kernel.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Docker use host’s OS and kernel.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0"/>
          <p:cNvSpPr txBox="1"/>
          <p:nvPr/>
        </p:nvSpPr>
        <p:spPr>
          <a:xfrm>
            <a:off x="848850" y="563850"/>
            <a:ext cx="7209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Practical To Visualize Container don’t have </a:t>
            </a:r>
            <a:r>
              <a:rPr b="1" lang="en" sz="1800">
                <a:solidFill>
                  <a:schemeClr val="dk2"/>
                </a:solidFill>
              </a:rPr>
              <a:t>separate</a:t>
            </a:r>
            <a:r>
              <a:rPr b="1" lang="en" sz="1800">
                <a:solidFill>
                  <a:schemeClr val="dk2"/>
                </a:solidFill>
              </a:rPr>
              <a:t> kernel</a:t>
            </a:r>
            <a:endParaRPr b="1" sz="1800">
              <a:solidFill>
                <a:schemeClr val="dk2"/>
              </a:solidFill>
            </a:endParaRPr>
          </a:p>
        </p:txBody>
      </p:sp>
      <p:pic>
        <p:nvPicPr>
          <p:cNvPr id="98" name="Google Shape;98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0413" y="929213"/>
            <a:ext cx="8448675" cy="4048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Docker container creation process</a:t>
            </a:r>
            <a:endParaRPr/>
          </a:p>
        </p:txBody>
      </p:sp>
      <p:pic>
        <p:nvPicPr>
          <p:cNvPr id="104" name="Google Shape;104;p21" title="img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1950" y="1148600"/>
            <a:ext cx="7272637" cy="3820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Fork() vs Clone()</a:t>
            </a:r>
            <a:endParaRPr/>
          </a:p>
        </p:txBody>
      </p:sp>
      <p:sp>
        <p:nvSpPr>
          <p:cNvPr id="110" name="Google Shape;110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Fork() and Clone() are the system call methods.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Fork used to create a new process with new resources.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Clone used to create a new process but, with the help of flags we can </a:t>
            </a:r>
            <a:r>
              <a:rPr lang="en"/>
              <a:t>share</a:t>
            </a:r>
            <a:r>
              <a:rPr lang="en"/>
              <a:t> resources with the parent resources.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setns()</a:t>
            </a:r>
            <a:endParaRPr/>
          </a:p>
        </p:txBody>
      </p:sp>
      <p:sp>
        <p:nvSpPr>
          <p:cNvPr id="116" name="Google Shape;116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setns() is a system call that used to join with an existing resources.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containers </a:t>
            </a:r>
            <a:r>
              <a:rPr lang="en"/>
              <a:t>achieve</a:t>
            </a:r>
            <a:r>
              <a:rPr lang="en"/>
              <a:t> isolation like VM ?</a:t>
            </a:r>
            <a:endParaRPr/>
          </a:p>
        </p:txBody>
      </p:sp>
      <p:sp>
        <p:nvSpPr>
          <p:cNvPr id="122" name="Google Shape;122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 Docker isolation </a:t>
            </a:r>
            <a:r>
              <a:rPr lang="en"/>
              <a:t>achieved</a:t>
            </a:r>
            <a:r>
              <a:rPr lang="en"/>
              <a:t> by the help of namespace and cgroups.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Namespace and Cgroups are features of the Linux Kernel.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23" name="Google Shape;123;p24" title="isolatio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82173" y="2285523"/>
            <a:ext cx="6001651" cy="2581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Namespace</a:t>
            </a:r>
            <a:endParaRPr/>
          </a:p>
        </p:txBody>
      </p:sp>
      <p:sp>
        <p:nvSpPr>
          <p:cNvPr id="129" name="Google Shape;129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Namespace define what a process can see.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Some of the namespaces : PID, NET, USER, MNT, UTS, IPC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Namespaces can be shared.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30" name="Google Shape;130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2225" y="2571750"/>
            <a:ext cx="8330076" cy="2394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Cgroups (Control Groups)</a:t>
            </a:r>
            <a:endParaRPr/>
          </a:p>
        </p:txBody>
      </p:sp>
      <p:sp>
        <p:nvSpPr>
          <p:cNvPr id="136" name="Google Shape;136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Cgroups</a:t>
            </a:r>
            <a:r>
              <a:rPr lang="en"/>
              <a:t> control, limit, and monitor how much of the system’s resources a process can use.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We can </a:t>
            </a:r>
            <a:r>
              <a:rPr lang="en"/>
              <a:t>simply put ‘ How much a process can use? ’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Cgroup includes CPU, Memory limit and Number of processes.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When we check the limits of two different containers</a:t>
            </a:r>
            <a:endParaRPr/>
          </a:p>
        </p:txBody>
      </p:sp>
      <p:pic>
        <p:nvPicPr>
          <p:cNvPr id="142" name="Google Shape;142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529788"/>
            <a:ext cx="8658201" cy="2083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Overlay File System</a:t>
            </a:r>
            <a:endParaRPr/>
          </a:p>
        </p:txBody>
      </p:sp>
      <p:sp>
        <p:nvSpPr>
          <p:cNvPr id="148" name="Google Shape;148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It’s a Linux </a:t>
            </a:r>
            <a:r>
              <a:rPr lang="en"/>
              <a:t>kernel</a:t>
            </a:r>
            <a:r>
              <a:rPr lang="en"/>
              <a:t> file system that combines </a:t>
            </a:r>
            <a:r>
              <a:rPr lang="en"/>
              <a:t>multiple</a:t>
            </a:r>
            <a:r>
              <a:rPr lang="en"/>
              <a:t> layers into one unified view.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It have 4 layers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Lower Layer ( Read) : For storing base image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Upper Layer (Write) : Where our changes are made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Merged Layer : </a:t>
            </a:r>
            <a:r>
              <a:rPr lang="en"/>
              <a:t>Combination</a:t>
            </a:r>
            <a:r>
              <a:rPr lang="en"/>
              <a:t> of Lower + Upper; </a:t>
            </a:r>
            <a:r>
              <a:rPr lang="en"/>
              <a:t>which we witness as output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Work Layer : Docker store meta data and internal usage.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Copy On Write</a:t>
            </a:r>
            <a:endParaRPr/>
          </a:p>
        </p:txBody>
      </p:sp>
      <p:sp>
        <p:nvSpPr>
          <p:cNvPr id="154" name="Google Shape;154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CoW is a technique used by docker when data copies only on modification, ot</a:t>
            </a:r>
            <a:r>
              <a:rPr lang="en"/>
              <a:t>he</a:t>
            </a:r>
            <a:r>
              <a:rPr lang="en"/>
              <a:t>rwise files stays in the lower / read layer.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Because</a:t>
            </a:r>
            <a:r>
              <a:rPr lang="en"/>
              <a:t> of it many containers can share same base images.</a:t>
            </a:r>
            <a:endParaRPr/>
          </a:p>
        </p:txBody>
      </p:sp>
      <p:pic>
        <p:nvPicPr>
          <p:cNvPr id="155" name="Google Shape;155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84675" y="2786925"/>
            <a:ext cx="3635801" cy="22463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Practical way to see the Overlay FS of a container</a:t>
            </a:r>
            <a:endParaRPr/>
          </a:p>
        </p:txBody>
      </p:sp>
      <p:pic>
        <p:nvPicPr>
          <p:cNvPr id="161" name="Google Shape;161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0350" y="1572800"/>
            <a:ext cx="8077200" cy="2352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Writeable layer existence with container life cycle</a:t>
            </a:r>
            <a:endParaRPr/>
          </a:p>
        </p:txBody>
      </p:sp>
      <p:sp>
        <p:nvSpPr>
          <p:cNvPr id="167" name="Google Shape;167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When the container stops the writable layer won’t be affected.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When the container deleted then the </a:t>
            </a:r>
            <a:r>
              <a:rPr lang="en"/>
              <a:t>writable</a:t>
            </a:r>
            <a:r>
              <a:rPr lang="en"/>
              <a:t> layer is removed from the hard disk. (Only Lower / Read layer won’t be removed unless image deleted from the disk)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Practical to see changes applied on Upper Dir</a:t>
            </a:r>
            <a:endParaRPr/>
          </a:p>
        </p:txBody>
      </p:sp>
      <p:pic>
        <p:nvPicPr>
          <p:cNvPr id="173" name="Google Shape;173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8150" y="1077775"/>
            <a:ext cx="8267700" cy="3448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3"/>
          <p:cNvSpPr txBox="1"/>
          <p:nvPr>
            <p:ph type="title"/>
          </p:nvPr>
        </p:nvSpPr>
        <p:spPr>
          <a:xfrm>
            <a:off x="3432250" y="1999050"/>
            <a:ext cx="2402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